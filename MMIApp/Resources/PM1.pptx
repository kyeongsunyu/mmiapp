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27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816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55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14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50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36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09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066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8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70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566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64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43FF3-6DEF-479B-BA0B-E84A9540BD8D}" type="datetimeFigureOut">
              <a:rPr lang="ko-KR" altLang="en-US" smtClean="0"/>
              <a:t>2018-01-31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F8169-1CF9-4EC9-99A5-3B6EA7CC8F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13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12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95536" y="476672"/>
            <a:ext cx="8352928" cy="2952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611560" y="746935"/>
            <a:ext cx="7776864" cy="2387937"/>
          </a:xfrm>
          <a:prstGeom prst="ellipse">
            <a:avLst/>
          </a:prstGeom>
          <a:solidFill>
            <a:srgbClr val="C00000"/>
          </a:solidFill>
          <a:ln w="1174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600" b="1" dirty="0" smtClean="0"/>
              <a:t>DANGER</a:t>
            </a:r>
            <a:endParaRPr lang="ko-KR" altLang="en-US" sz="9600" b="1" dirty="0"/>
          </a:p>
        </p:txBody>
      </p:sp>
      <p:sp>
        <p:nvSpPr>
          <p:cNvPr id="9" name="직사각형 8"/>
          <p:cNvSpPr/>
          <p:nvPr/>
        </p:nvSpPr>
        <p:spPr>
          <a:xfrm>
            <a:off x="395536" y="3573016"/>
            <a:ext cx="8352928" cy="2585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>
            <a:noAutofit/>
          </a:bodyPr>
          <a:lstStyle/>
          <a:p>
            <a:pPr algn="ctr"/>
            <a:r>
              <a:rPr lang="en-US" altLang="ko-KR" sz="54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NOT OPERATE</a:t>
            </a:r>
          </a:p>
          <a:p>
            <a:pPr algn="ctr"/>
            <a:r>
              <a:rPr lang="en-US" altLang="ko-KR" sz="54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MACHINE </a:t>
            </a:r>
          </a:p>
          <a:p>
            <a:pPr algn="ctr"/>
            <a:r>
              <a:rPr lang="en-US" altLang="ko-KR" sz="54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UNLESS AUTHORIZED </a:t>
            </a:r>
            <a:endParaRPr lang="ko-KR" altLang="en-US" sz="5400" b="1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09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25051" y="21704"/>
            <a:ext cx="9138370" cy="6854414"/>
          </a:xfrm>
          <a:prstGeom prst="rect">
            <a:avLst/>
          </a:prstGeom>
          <a:solidFill>
            <a:srgbClr val="C0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 dirty="0"/>
          </a:p>
        </p:txBody>
      </p:sp>
      <p:sp>
        <p:nvSpPr>
          <p:cNvPr id="6" name="직사각형 5"/>
          <p:cNvSpPr/>
          <p:nvPr/>
        </p:nvSpPr>
        <p:spPr>
          <a:xfrm>
            <a:off x="6633" y="108006"/>
            <a:ext cx="9001000" cy="3176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600" b="1" dirty="0" smtClean="0">
                <a:latin typeface="+mj-lt"/>
              </a:rPr>
              <a:t>정비중</a:t>
            </a:r>
            <a:endParaRPr lang="ko-KR" altLang="en-US" b="1" dirty="0">
              <a:latin typeface="+mj-lt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7503" y="3645024"/>
            <a:ext cx="8900129" cy="30963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11500" b="1" spc="-150" dirty="0" smtClean="0">
                <a:solidFill>
                  <a:schemeClr val="tx1"/>
                </a:solidFill>
              </a:rPr>
              <a:t>절대조작금지</a:t>
            </a:r>
            <a:endParaRPr lang="ko-KR" altLang="en-US" sz="2000" b="1" spc="-1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694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10</Words>
  <Application>Microsoft Office PowerPoint</Application>
  <PresentationFormat>화면 슬라이드 쇼(4:3)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7</cp:revision>
  <dcterms:created xsi:type="dcterms:W3CDTF">2018-01-30T08:27:00Z</dcterms:created>
  <dcterms:modified xsi:type="dcterms:W3CDTF">2018-01-31T00:34:31Z</dcterms:modified>
</cp:coreProperties>
</file>